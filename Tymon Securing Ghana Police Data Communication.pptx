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8" r:id="rId4"/>
    <p:sldId id="259" r:id="rId5"/>
    <p:sldId id="260" r:id="rId6"/>
    <p:sldId id="262" r:id="rId7"/>
    <p:sldId id="263" r:id="rId8"/>
    <p:sldId id="261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sz="4400" b="1"/>
              <a:t>Securing Ghana Police Data Communication</a:t>
            </a:r>
            <a:endParaRPr lang="en-US" sz="4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9665" y="1771015"/>
            <a:ext cx="9430385" cy="2745105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en-US" sz="2000"/>
              <a:t>Course Title: Certified Cybersecurity Technician (C|CT)</a:t>
            </a:r>
            <a:endParaRPr lang="en-US" sz="2000"/>
          </a:p>
          <a:p>
            <a:pPr>
              <a:buFont typeface="Arial" panose="020B0604020202020204" pitchFamily="34" charset="0"/>
            </a:pPr>
            <a:r>
              <a:rPr lang="en-US" sz="2000"/>
              <a:t>Institution: IPMC</a:t>
            </a:r>
            <a:endParaRPr lang="en-US" sz="2000"/>
          </a:p>
          <a:p>
            <a:pPr>
              <a:buFont typeface="Arial" panose="020B0604020202020204" pitchFamily="34" charset="0"/>
            </a:pPr>
            <a:r>
              <a:rPr lang="en-US" sz="2000"/>
              <a:t>Student Name: Tymon Kofi Ansah-Antwi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Executive Summary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This project is about keeping Ghana Police information safe when it is shared between the main office in Accra and the regional offices. </a:t>
            </a:r>
            <a:endParaRPr lang="en-US" altLang="en-US" sz="2400"/>
          </a:p>
          <a:p>
            <a:r>
              <a:rPr lang="en-US" altLang="en-US" sz="2400"/>
              <a:t>It makes sure that police officers can use their work systems safely, whether they are in the office or using their devices. </a:t>
            </a:r>
            <a:endParaRPr lang="en-US" altLang="en-US" sz="2400"/>
          </a:p>
          <a:p>
            <a:r>
              <a:rPr lang="en-US" altLang="en-US" sz="2400"/>
              <a:t>The project helps prevent information from being stolen, lost, or used by the wrong people. </a:t>
            </a:r>
            <a:endParaRPr lang="en-US" altLang="en-US" sz="2400"/>
          </a:p>
          <a:p>
            <a:r>
              <a:rPr lang="en-US" altLang="en-US" sz="2400"/>
              <a:t>It also sets clear rules to guide staff on how to handle information properly.</a:t>
            </a:r>
            <a:endParaRPr lang="en-US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Project Scope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Keeping data safe when it is stored or shared between main office in accra and 16 regional offices. </a:t>
            </a:r>
            <a:endParaRPr lang="en-US" altLang="en-US"/>
          </a:p>
          <a:p>
            <a:r>
              <a:rPr lang="en-US" altLang="en-US"/>
              <a:t>Police officers to be safely connected to the system</a:t>
            </a:r>
            <a:endParaRPr lang="en-US" altLang="en-US"/>
          </a:p>
          <a:p>
            <a:r>
              <a:rPr lang="en-US" altLang="en-US"/>
              <a:t>Ensuring only the right staff can use the system.</a:t>
            </a:r>
            <a:endParaRPr lang="en-US" altLang="en-US"/>
          </a:p>
          <a:p>
            <a:r>
              <a:rPr lang="en-US" altLang="en-US">
                <a:sym typeface="+mn-ea"/>
              </a:rPr>
              <a:t>A network topology that shows how offices and devices are connected securely.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Network Security Requirements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Keeping data private with the use of encryption (Confidential).</a:t>
            </a:r>
            <a:endParaRPr lang="en-US" altLang="en-US"/>
          </a:p>
          <a:p>
            <a:r>
              <a:rPr lang="en-US" altLang="en-US"/>
              <a:t>Stop changes by outsiders with the use of digital signatures (Integrity).</a:t>
            </a:r>
            <a:endParaRPr lang="en-US" altLang="en-US"/>
          </a:p>
          <a:p>
            <a:r>
              <a:rPr lang="en-US" altLang="en-US"/>
              <a:t>Always be working with the use of backup solutions (Availability).</a:t>
            </a:r>
            <a:endParaRPr lang="en-US" altLang="en-US"/>
          </a:p>
          <a:p>
            <a:r>
              <a:rPr lang="en-US" altLang="en-US"/>
              <a:t>Only staff can log in with the use of passwords and MFAs (Authentication).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Possible Network Security Issues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Unauthorized access to sensitive databases.</a:t>
            </a:r>
            <a:endParaRPr lang="en-US" altLang="en-US"/>
          </a:p>
          <a:p>
            <a:r>
              <a:rPr lang="en-US" altLang="en-US"/>
              <a:t>Insider threats from staff with excessive privileges.</a:t>
            </a:r>
            <a:endParaRPr lang="en-US" altLang="en-US"/>
          </a:p>
          <a:p>
            <a:r>
              <a:rPr lang="en-US" altLang="en-US"/>
              <a:t>Weak or reused passwords leading to breaches.</a:t>
            </a:r>
            <a:endParaRPr lang="en-US" altLang="en-US"/>
          </a:p>
          <a:p>
            <a:r>
              <a:rPr lang="en-US" altLang="en-US"/>
              <a:t>Outdated software and no antivirus enabled</a:t>
            </a:r>
            <a:endParaRPr lang="en-US" altLang="en-US"/>
          </a:p>
          <a:p>
            <a:r>
              <a:rPr lang="en-US" altLang="en-US"/>
              <a:t>Data interception and exposure during transmission or storage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 b="1"/>
              <a:t>Security Mitigation Plan/Security Controls</a:t>
            </a:r>
            <a:endParaRPr 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05705"/>
          </a:xfrm>
        </p:spPr>
        <p:txBody>
          <a:bodyPr/>
          <a:p>
            <a:r>
              <a:rPr lang="en-US" altLang="en-US">
                <a:sym typeface="+mn-ea"/>
              </a:rPr>
              <a:t>Use VPNs and MFA for secure remote access.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Apply role-based access so staff can see the data they need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Implement a strong password policy with MFA enforcement</a:t>
            </a:r>
            <a:endParaRPr lang="en-US" altLang="en-US"/>
          </a:p>
          <a:p>
            <a:r>
              <a:rPr lang="en-US" altLang="en-US">
                <a:sym typeface="+mn-ea"/>
              </a:rPr>
              <a:t>Maintain regular updates and a clear incident response plan. </a:t>
            </a:r>
            <a:r>
              <a:rPr lang="en-US" altLang="en-US"/>
              <a:t>Apply firewalls, IDS/IPS, and endpoint protection. </a:t>
            </a:r>
            <a:endParaRPr lang="en-US" altLang="en-US"/>
          </a:p>
          <a:p>
            <a:r>
              <a:rPr lang="en-US" altLang="en-US">
                <a:sym typeface="+mn-ea"/>
              </a:rPr>
              <a:t>Encrypt all data in storage and during transfer.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 Security Diagram</a:t>
            </a:r>
            <a:endParaRPr lang="en-US"/>
          </a:p>
        </p:txBody>
      </p:sp>
      <p:pic>
        <p:nvPicPr>
          <p:cNvPr id="4" name="Content Placeholder 3" descr="Screenshot 2026-02-22 22372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32715" y="0"/>
            <a:ext cx="12324080" cy="6824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Data Protection Issues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Exposure or misuse of sensitive police data.</a:t>
            </a:r>
            <a:endParaRPr lang="en-US" altLang="en-US"/>
          </a:p>
          <a:p>
            <a:r>
              <a:rPr lang="en-US" altLang="en-US"/>
              <a:t>Unauthorized access from outsiders or insiders.</a:t>
            </a:r>
            <a:endParaRPr lang="en-US" altLang="en-US"/>
          </a:p>
          <a:p>
            <a:r>
              <a:rPr lang="en-US" altLang="en-US"/>
              <a:t>Replication errors across regional databases.</a:t>
            </a:r>
            <a:endParaRPr lang="en-US" altLang="en-US"/>
          </a:p>
          <a:p>
            <a:r>
              <a:rPr lang="en-US" altLang="en-US"/>
              <a:t>Ransomware threats and weak backup systems.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Data Protection Security Controls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Encrypt and control access to personal data.</a:t>
            </a:r>
            <a:endParaRPr lang="en-US" altLang="en-US"/>
          </a:p>
          <a:p>
            <a:r>
              <a:rPr lang="en-US" altLang="en-US"/>
              <a:t>Enforce MFA, firewalls, and regular audits.</a:t>
            </a:r>
            <a:endParaRPr lang="en-US" altLang="en-US"/>
          </a:p>
          <a:p>
            <a:r>
              <a:rPr lang="en-US" altLang="en-US"/>
              <a:t>Use database integrity checks across all regions.</a:t>
            </a:r>
            <a:endParaRPr lang="en-US" altLang="en-US"/>
          </a:p>
          <a:p>
            <a:r>
              <a:rPr lang="en-US" altLang="en-US"/>
              <a:t>Keep secure, encrypted backups offline and online.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User &amp; Device Authentication Controls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283315" cy="5257165"/>
          </a:xfrm>
        </p:spPr>
        <p:txBody>
          <a:bodyPr/>
          <a:p>
            <a:r>
              <a:rPr lang="en-US" altLang="en-US"/>
              <a:t>Use MFA and strong passwords for staff using the active directory (Password Policy Enforcement)</a:t>
            </a:r>
            <a:endParaRPr lang="en-US" altLang="en-US"/>
          </a:p>
          <a:p>
            <a:r>
              <a:rPr lang="en-US" altLang="en-US"/>
              <a:t>Apply role-based access and account monitoring using the Active Directory (Role Assignment and Group Policies)</a:t>
            </a:r>
            <a:endParaRPr lang="en-US" altLang="en-US"/>
          </a:p>
          <a:p>
            <a:r>
              <a:rPr lang="en-US" altLang="en-US"/>
              <a:t>Secure devices with digital certificates and MDM with the use of Group Policy via Active Directory (Device Security Enforcement)</a:t>
            </a:r>
            <a:endParaRPr lang="en-US" altLang="en-US"/>
          </a:p>
          <a:p>
            <a:r>
              <a:rPr lang="en-US" altLang="en-US"/>
              <a:t>Ensure all police devices are encrypted and trusted with the user of bitlocker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Security Policies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955"/>
            <a:ext cx="10972800" cy="5619750"/>
          </a:xfrm>
        </p:spPr>
        <p:txBody>
          <a:bodyPr/>
          <a:p>
            <a:r>
              <a:rPr lang="en-US" altLang="en-US" sz="2800"/>
              <a:t>Password Management Policy - This policy ensures strong and secure password use.</a:t>
            </a:r>
            <a:endParaRPr lang="en-US" altLang="en-US" sz="2800"/>
          </a:p>
          <a:p>
            <a:r>
              <a:rPr lang="en-US" altLang="en-US" sz="2800"/>
              <a:t>Mobile Device Policy - This policy ensures secure use of the police smartphones, tablets and laptops.</a:t>
            </a:r>
            <a:endParaRPr lang="en-US" altLang="en-US" sz="2800"/>
          </a:p>
          <a:p>
            <a:r>
              <a:rPr lang="en-US" altLang="en-US" sz="2800"/>
              <a:t>User Account Management Policy - This policy ensures the rules for creating and managing user accounts.</a:t>
            </a:r>
            <a:endParaRPr lang="en-US" altLang="en-US" sz="2800"/>
          </a:p>
          <a:p>
            <a:r>
              <a:rPr lang="en-US" altLang="en-US" sz="2800"/>
              <a:t>Incident Response Policy -This policy shows how to encounter cyber attacks.</a:t>
            </a:r>
            <a:endParaRPr lang="en-US" altLang="en-US" sz="2800"/>
          </a:p>
          <a:p>
            <a:r>
              <a:rPr lang="en-US" altLang="en-US" sz="2800"/>
              <a:t>Data Protection Policy -This policy protects sensitive police data.</a:t>
            </a:r>
            <a:endParaRPr lang="en-US" altLang="en-US" sz="2800"/>
          </a:p>
          <a:p>
            <a:endParaRPr lang="en-US" altLang="en-US" sz="2800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Conclusion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800"/>
              <a:t>1. This project presents a secure communication framework for Ghana Police Service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2. It identifies key network and data security risks 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3. Practical security controls are proposed to reduce vulnerabilities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4. Strong authentication, encryption, and monitoring strengthen system protection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5. Policies and technical measures together ensure long-term security and resilience</a:t>
            </a:r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3541</Words>
  <Application>WPS Presentation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Business Cooperate</vt:lpstr>
      <vt:lpstr>Securing Ghana Police Data Communication</vt:lpstr>
      <vt:lpstr>Executive Summary</vt:lpstr>
      <vt:lpstr>Project Scope</vt:lpstr>
      <vt:lpstr>Network Security Requirements</vt:lpstr>
      <vt:lpstr>Possible Network Security Issues</vt:lpstr>
      <vt:lpstr>Security Mitigation Plan/Security Controls</vt:lpstr>
      <vt:lpstr>Network Security Diagram</vt:lpstr>
      <vt:lpstr>Data Protection Issues</vt:lpstr>
      <vt:lpstr>Data Protection Security Controls</vt:lpstr>
      <vt:lpstr>User &amp; Device Authentication Controls</vt:lpstr>
      <vt:lpstr>Security Policies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Ghana Police Data Communicatioj</dc:title>
  <dc:creator>User</dc:creator>
  <cp:lastModifiedBy>Tymon</cp:lastModifiedBy>
  <cp:revision>52</cp:revision>
  <dcterms:created xsi:type="dcterms:W3CDTF">2025-10-07T09:49:00Z</dcterms:created>
  <dcterms:modified xsi:type="dcterms:W3CDTF">2026-02-22T22:38:30Z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4205D050C5114DB6BB4E76BAAC231168_11</vt:lpwstr>
  </property>
  <property fmtid="{D5CDD505-2E9C-101B-9397-08002B2CF9AE}" pid="3" name="KSOProductBuildVer">
    <vt:lpwstr>1033-12.2.0.23196</vt:lpwstr>
  </property>
</Properties>
</file>